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306" r:id="rId2"/>
    <p:sldId id="740" r:id="rId3"/>
    <p:sldId id="742" r:id="rId4"/>
    <p:sldId id="720" r:id="rId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8CC7"/>
    <a:srgbClr val="1156C1"/>
    <a:srgbClr val="FF7B0F"/>
    <a:srgbClr val="FF9035"/>
    <a:srgbClr val="60B6C7"/>
    <a:srgbClr val="0E52B6"/>
    <a:srgbClr val="0D4FAF"/>
    <a:srgbClr val="0C4AA4"/>
    <a:srgbClr val="D7098C"/>
    <a:srgbClr val="FEC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tiana Rendon Rodríguez" userId="94edd4822ba105c2" providerId="LiveId" clId="{13CDF69B-0544-42DC-8332-BF63F13E3673}"/>
    <pc:docChg chg="undo redo custSel delSld modSld">
      <pc:chgData name="Tatiana Rendon Rodríguez" userId="94edd4822ba105c2" providerId="LiveId" clId="{13CDF69B-0544-42DC-8332-BF63F13E3673}" dt="2026-03-31T13:50:17.776" v="15" actId="47"/>
      <pc:docMkLst>
        <pc:docMk/>
      </pc:docMkLst>
      <pc:sldChg chg="del">
        <pc:chgData name="Tatiana Rendon Rodríguez" userId="94edd4822ba105c2" providerId="LiveId" clId="{13CDF69B-0544-42DC-8332-BF63F13E3673}" dt="2026-03-31T13:50:17.776" v="15" actId="47"/>
        <pc:sldMkLst>
          <pc:docMk/>
          <pc:sldMk cId="2209855905" sldId="547"/>
        </pc:sldMkLst>
      </pc:sldChg>
      <pc:sldChg chg="del">
        <pc:chgData name="Tatiana Rendon Rodríguez" userId="94edd4822ba105c2" providerId="LiveId" clId="{13CDF69B-0544-42DC-8332-BF63F13E3673}" dt="2026-03-31T13:50:17.776" v="15" actId="47"/>
        <pc:sldMkLst>
          <pc:docMk/>
          <pc:sldMk cId="1975875938" sldId="721"/>
        </pc:sldMkLst>
      </pc:sldChg>
      <pc:sldChg chg="modSp del mod">
        <pc:chgData name="Tatiana Rendon Rodríguez" userId="94edd4822ba105c2" providerId="LiveId" clId="{13CDF69B-0544-42DC-8332-BF63F13E3673}" dt="2026-03-31T13:50:17.776" v="15" actId="47"/>
        <pc:sldMkLst>
          <pc:docMk/>
          <pc:sldMk cId="2118060083" sldId="722"/>
        </pc:sldMkLst>
        <pc:picChg chg="mod">
          <ac:chgData name="Tatiana Rendon Rodríguez" userId="94edd4822ba105c2" providerId="LiveId" clId="{13CDF69B-0544-42DC-8332-BF63F13E3673}" dt="2026-03-31T13:38:45.170" v="10" actId="1076"/>
          <ac:picMkLst>
            <pc:docMk/>
            <pc:sldMk cId="2118060083" sldId="722"/>
            <ac:picMk id="2" creationId="{00000000-0000-0000-0000-000000000000}"/>
          </ac:picMkLst>
        </pc:picChg>
      </pc:sldChg>
      <pc:sldChg chg="modSp del mod">
        <pc:chgData name="Tatiana Rendon Rodríguez" userId="94edd4822ba105c2" providerId="LiveId" clId="{13CDF69B-0544-42DC-8332-BF63F13E3673}" dt="2026-03-31T13:50:17.776" v="15" actId="47"/>
        <pc:sldMkLst>
          <pc:docMk/>
          <pc:sldMk cId="2725380006" sldId="724"/>
        </pc:sldMkLst>
        <pc:picChg chg="mod">
          <ac:chgData name="Tatiana Rendon Rodríguez" userId="94edd4822ba105c2" providerId="LiveId" clId="{13CDF69B-0544-42DC-8332-BF63F13E3673}" dt="2026-03-31T13:43:26.116" v="12" actId="1076"/>
          <ac:picMkLst>
            <pc:docMk/>
            <pc:sldMk cId="2725380006" sldId="724"/>
            <ac:picMk id="3" creationId="{00000000-0000-0000-0000-000000000000}"/>
          </ac:picMkLst>
        </pc:picChg>
        <pc:picChg chg="mod">
          <ac:chgData name="Tatiana Rendon Rodríguez" userId="94edd4822ba105c2" providerId="LiveId" clId="{13CDF69B-0544-42DC-8332-BF63F13E3673}" dt="2026-03-31T13:41:43.260" v="11" actId="1076"/>
          <ac:picMkLst>
            <pc:docMk/>
            <pc:sldMk cId="2725380006" sldId="724"/>
            <ac:picMk id="4" creationId="{00000000-0000-0000-0000-000000000000}"/>
          </ac:picMkLst>
        </pc:picChg>
      </pc:sldChg>
      <pc:sldChg chg="del">
        <pc:chgData name="Tatiana Rendon Rodríguez" userId="94edd4822ba105c2" providerId="LiveId" clId="{13CDF69B-0544-42DC-8332-BF63F13E3673}" dt="2026-03-31T13:50:17.776" v="15" actId="47"/>
        <pc:sldMkLst>
          <pc:docMk/>
          <pc:sldMk cId="4211979853" sldId="725"/>
        </pc:sldMkLst>
      </pc:sldChg>
      <pc:sldChg chg="del">
        <pc:chgData name="Tatiana Rendon Rodríguez" userId="94edd4822ba105c2" providerId="LiveId" clId="{13CDF69B-0544-42DC-8332-BF63F13E3673}" dt="2026-03-31T13:50:17.776" v="15" actId="47"/>
        <pc:sldMkLst>
          <pc:docMk/>
          <pc:sldMk cId="350219597" sldId="726"/>
        </pc:sldMkLst>
      </pc:sldChg>
      <pc:sldChg chg="del">
        <pc:chgData name="Tatiana Rendon Rodríguez" userId="94edd4822ba105c2" providerId="LiveId" clId="{13CDF69B-0544-42DC-8332-BF63F13E3673}" dt="2026-03-31T13:50:17.776" v="15" actId="47"/>
        <pc:sldMkLst>
          <pc:docMk/>
          <pc:sldMk cId="1303340913" sldId="727"/>
        </pc:sldMkLst>
      </pc:sldChg>
      <pc:sldChg chg="del">
        <pc:chgData name="Tatiana Rendon Rodríguez" userId="94edd4822ba105c2" providerId="LiveId" clId="{13CDF69B-0544-42DC-8332-BF63F13E3673}" dt="2026-03-31T13:50:17.776" v="15" actId="47"/>
        <pc:sldMkLst>
          <pc:docMk/>
          <pc:sldMk cId="833130296" sldId="729"/>
        </pc:sldMkLst>
      </pc:sldChg>
      <pc:sldChg chg="del">
        <pc:chgData name="Tatiana Rendon Rodríguez" userId="94edd4822ba105c2" providerId="LiveId" clId="{13CDF69B-0544-42DC-8332-BF63F13E3673}" dt="2026-03-31T13:50:17.776" v="15" actId="47"/>
        <pc:sldMkLst>
          <pc:docMk/>
          <pc:sldMk cId="3416002263" sldId="730"/>
        </pc:sldMkLst>
      </pc:sldChg>
      <pc:sldChg chg="del">
        <pc:chgData name="Tatiana Rendon Rodríguez" userId="94edd4822ba105c2" providerId="LiveId" clId="{13CDF69B-0544-42DC-8332-BF63F13E3673}" dt="2026-03-31T13:50:17.776" v="15" actId="47"/>
        <pc:sldMkLst>
          <pc:docMk/>
          <pc:sldMk cId="3071657530" sldId="731"/>
        </pc:sldMkLst>
      </pc:sldChg>
      <pc:sldChg chg="del">
        <pc:chgData name="Tatiana Rendon Rodríguez" userId="94edd4822ba105c2" providerId="LiveId" clId="{13CDF69B-0544-42DC-8332-BF63F13E3673}" dt="2026-03-31T13:50:17.776" v="15" actId="47"/>
        <pc:sldMkLst>
          <pc:docMk/>
          <pc:sldMk cId="397788168" sldId="732"/>
        </pc:sldMkLst>
      </pc:sldChg>
      <pc:sldChg chg="del">
        <pc:chgData name="Tatiana Rendon Rodríguez" userId="94edd4822ba105c2" providerId="LiveId" clId="{13CDF69B-0544-42DC-8332-BF63F13E3673}" dt="2026-03-31T13:50:11.713" v="14" actId="47"/>
        <pc:sldMkLst>
          <pc:docMk/>
          <pc:sldMk cId="3391036282" sldId="733"/>
        </pc:sldMkLst>
      </pc:sldChg>
      <pc:sldChg chg="del">
        <pc:chgData name="Tatiana Rendon Rodríguez" userId="94edd4822ba105c2" providerId="LiveId" clId="{13CDF69B-0544-42DC-8332-BF63F13E3673}" dt="2026-03-31T13:50:09.510" v="13" actId="47"/>
        <pc:sldMkLst>
          <pc:docMk/>
          <pc:sldMk cId="3919493475" sldId="734"/>
        </pc:sldMkLst>
      </pc:sldChg>
      <pc:sldChg chg="del">
        <pc:chgData name="Tatiana Rendon Rodríguez" userId="94edd4822ba105c2" providerId="LiveId" clId="{13CDF69B-0544-42DC-8332-BF63F13E3673}" dt="2026-03-31T13:50:09.510" v="13" actId="47"/>
        <pc:sldMkLst>
          <pc:docMk/>
          <pc:sldMk cId="1242804710" sldId="735"/>
        </pc:sldMkLst>
      </pc:sldChg>
      <pc:sldChg chg="del">
        <pc:chgData name="Tatiana Rendon Rodríguez" userId="94edd4822ba105c2" providerId="LiveId" clId="{13CDF69B-0544-42DC-8332-BF63F13E3673}" dt="2026-03-31T13:50:09.510" v="13" actId="47"/>
        <pc:sldMkLst>
          <pc:docMk/>
          <pc:sldMk cId="1860082896" sldId="737"/>
        </pc:sldMkLst>
      </pc:sldChg>
      <pc:sldChg chg="del">
        <pc:chgData name="Tatiana Rendon Rodríguez" userId="94edd4822ba105c2" providerId="LiveId" clId="{13CDF69B-0544-42DC-8332-BF63F13E3673}" dt="2026-03-31T13:50:09.510" v="13" actId="47"/>
        <pc:sldMkLst>
          <pc:docMk/>
          <pc:sldMk cId="669216552" sldId="738"/>
        </pc:sldMkLst>
      </pc:sldChg>
      <pc:sldChg chg="del">
        <pc:chgData name="Tatiana Rendon Rodríguez" userId="94edd4822ba105c2" providerId="LiveId" clId="{13CDF69B-0544-42DC-8332-BF63F13E3673}" dt="2026-03-31T13:50:11.713" v="14" actId="47"/>
        <pc:sldMkLst>
          <pc:docMk/>
          <pc:sldMk cId="357492952" sldId="741"/>
        </pc:sldMkLst>
      </pc:sldChg>
      <pc:sldChg chg="del">
        <pc:chgData name="Tatiana Rendon Rodríguez" userId="94edd4822ba105c2" providerId="LiveId" clId="{13CDF69B-0544-42DC-8332-BF63F13E3673}" dt="2026-03-31T13:50:17.776" v="15" actId="47"/>
        <pc:sldMkLst>
          <pc:docMk/>
          <pc:sldMk cId="623670626" sldId="743"/>
        </pc:sldMkLst>
      </pc:sldChg>
      <pc:sldChg chg="del">
        <pc:chgData name="Tatiana Rendon Rodríguez" userId="94edd4822ba105c2" providerId="LiveId" clId="{13CDF69B-0544-42DC-8332-BF63F13E3673}" dt="2026-03-31T13:50:17.776" v="15" actId="47"/>
        <pc:sldMkLst>
          <pc:docMk/>
          <pc:sldMk cId="460761897" sldId="744"/>
        </pc:sldMkLst>
      </pc:sldChg>
      <pc:sldChg chg="modSp del mod">
        <pc:chgData name="Tatiana Rendon Rodríguez" userId="94edd4822ba105c2" providerId="LiveId" clId="{13CDF69B-0544-42DC-8332-BF63F13E3673}" dt="2026-03-31T13:50:17.776" v="15" actId="47"/>
        <pc:sldMkLst>
          <pc:docMk/>
          <pc:sldMk cId="117254264" sldId="746"/>
        </pc:sldMkLst>
        <pc:picChg chg="mod">
          <ac:chgData name="Tatiana Rendon Rodríguez" userId="94edd4822ba105c2" providerId="LiveId" clId="{13CDF69B-0544-42DC-8332-BF63F13E3673}" dt="2026-03-31T13:37:03.108" v="8" actId="1076"/>
          <ac:picMkLst>
            <pc:docMk/>
            <pc:sldMk cId="117254264" sldId="746"/>
            <ac:picMk id="3" creationId="{E9C0DD94-F121-7BEA-931B-D5289AF7E6EF}"/>
          </ac:picMkLst>
        </pc:picChg>
      </pc:sldChg>
      <pc:sldChg chg="del">
        <pc:chgData name="Tatiana Rendon Rodríguez" userId="94edd4822ba105c2" providerId="LiveId" clId="{13CDF69B-0544-42DC-8332-BF63F13E3673}" dt="2026-03-31T13:50:17.776" v="15" actId="47"/>
        <pc:sldMkLst>
          <pc:docMk/>
          <pc:sldMk cId="1226055210" sldId="747"/>
        </pc:sldMkLst>
      </pc:sldChg>
      <pc:sldMasterChg chg="delSldLayout">
        <pc:chgData name="Tatiana Rendon Rodríguez" userId="94edd4822ba105c2" providerId="LiveId" clId="{13CDF69B-0544-42DC-8332-BF63F13E3673}" dt="2026-03-31T13:50:17.776" v="15" actId="47"/>
        <pc:sldMasterMkLst>
          <pc:docMk/>
          <pc:sldMasterMk cId="1257702935" sldId="2147483648"/>
        </pc:sldMasterMkLst>
        <pc:sldLayoutChg chg="del">
          <pc:chgData name="Tatiana Rendon Rodríguez" userId="94edd4822ba105c2" providerId="LiveId" clId="{13CDF69B-0544-42DC-8332-BF63F13E3673}" dt="2026-03-31T13:50:17.776" v="15" actId="47"/>
          <pc:sldLayoutMkLst>
            <pc:docMk/>
            <pc:sldMasterMk cId="1257702935" sldId="2147483648"/>
            <pc:sldLayoutMk cId="4150867569" sldId="214748367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37FA63E-5982-C6DC-732F-8F549AB64E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4B485E0-3E52-242E-9B1B-7E657D56CF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DB1DE0-30A0-411E-8FCF-B2AD06CE96C5}" type="datetimeFigureOut">
              <a:rPr lang="es-CO" smtClean="0"/>
              <a:t>31/03/2026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F91FE9-ADE5-4A40-5B6D-3A91858749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E92D396-9DAF-4772-1577-5206F9FF01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E710D6-14CF-46DA-9A72-93F73B237D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45458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9E1143-12D3-4524-83FD-398934067F58}" type="datetimeFigureOut">
              <a:rPr lang="es-CO" smtClean="0"/>
              <a:t>31/03/2026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408729-D8C3-4A4F-B5D8-07180DE06D0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869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B2CBCCBF-ECF3-A485-7563-A8ABFDC6FC97}"/>
              </a:ext>
            </a:extLst>
          </p:cNvPr>
          <p:cNvGrpSpPr/>
          <p:nvPr userDrawn="1"/>
        </p:nvGrpSpPr>
        <p:grpSpPr>
          <a:xfrm>
            <a:off x="0" y="-727363"/>
            <a:ext cx="12998849" cy="7585363"/>
            <a:chOff x="0" y="-727363"/>
            <a:chExt cx="12998849" cy="7585363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0FD4EC41-7E3D-3CED-71A6-D3B4731C0EC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-727363"/>
              <a:ext cx="12998849" cy="7585363"/>
            </a:xfrm>
            <a:prstGeom prst="rect">
              <a:avLst/>
            </a:prstGeom>
          </p:spPr>
        </p:pic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808161EA-9F4E-F3B5-309F-6ED71F145BD9}"/>
                </a:ext>
              </a:extLst>
            </p:cNvPr>
            <p:cNvSpPr/>
            <p:nvPr userDrawn="1"/>
          </p:nvSpPr>
          <p:spPr>
            <a:xfrm>
              <a:off x="482384" y="0"/>
              <a:ext cx="5613616" cy="1896340"/>
            </a:xfrm>
            <a:prstGeom prst="rect">
              <a:avLst/>
            </a:prstGeom>
            <a:solidFill>
              <a:srgbClr val="0F52BA"/>
            </a:solidFill>
            <a:ln>
              <a:solidFill>
                <a:srgbClr val="0F52B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2" name="Título 11">
            <a:extLst>
              <a:ext uri="{FF2B5EF4-FFF2-40B4-BE49-F238E27FC236}">
                <a16:creationId xmlns:a16="http://schemas.microsoft.com/office/drawing/2014/main" id="{101E7E96-07DB-600A-5C9F-70E0D4E550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394" y="1739756"/>
            <a:ext cx="6594987" cy="883948"/>
          </a:xfrm>
          <a:prstGeom prst="rect">
            <a:avLst/>
          </a:prstGeom>
        </p:spPr>
        <p:txBody>
          <a:bodyPr/>
          <a:lstStyle>
            <a:lvl1pPr>
              <a:defRPr sz="80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r>
              <a:rPr lang="es-ES"/>
              <a:t>TÍTULO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18170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3DD64B-BBD7-630F-237B-9BA612D21D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97F8F3-38BB-0E0B-950A-15E42B5526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2579DA-EB95-F509-8603-8501B1A0C1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1EDB91-163E-4037-904D-DAD8D48E9022}" type="datetimeFigureOut">
              <a:rPr lang="es-CO" smtClean="0"/>
              <a:t>31/03/2026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E6985C-D59E-BAD1-C6E6-62E750A19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3CB4BD-69DF-28F9-4B32-D379F360F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DF05AC-268B-4AB0-89CD-181A27589FFB}" type="slidenum">
              <a:rPr lang="es-CO" smtClean="0"/>
              <a:t>‹Nº›</a:t>
            </a:fld>
            <a:endParaRPr lang="es-CO"/>
          </a:p>
        </p:txBody>
      </p:sp>
      <p:pic>
        <p:nvPicPr>
          <p:cNvPr id="7" name="Imagen 6" descr="Icono&#10;&#10;El contenido generado por IA puede ser incorrecto.">
            <a:extLst>
              <a:ext uri="{FF2B5EF4-FFF2-40B4-BE49-F238E27FC236}">
                <a16:creationId xmlns:a16="http://schemas.microsoft.com/office/drawing/2014/main" id="{8991761F-F900-5343-E169-A928EC0325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2" b="69444"/>
          <a:stretch/>
        </p:blipFill>
        <p:spPr>
          <a:xfrm>
            <a:off x="10572213" y="239103"/>
            <a:ext cx="1172222" cy="28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668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7;p18">
            <a:extLst>
              <a:ext uri="{FF2B5EF4-FFF2-40B4-BE49-F238E27FC236}">
                <a16:creationId xmlns:a16="http://schemas.microsoft.com/office/drawing/2014/main" id="{651F6340-7DF2-8611-A0CC-4609873FA292}"/>
              </a:ext>
            </a:extLst>
          </p:cNvPr>
          <p:cNvSpPr/>
          <p:nvPr userDrawn="1"/>
        </p:nvSpPr>
        <p:spPr>
          <a:xfrm>
            <a:off x="0" y="-3274"/>
            <a:ext cx="12192000" cy="6858000"/>
          </a:xfrm>
          <a:prstGeom prst="rect">
            <a:avLst/>
          </a:prstGeom>
          <a:solidFill>
            <a:srgbClr val="0E52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C92E13F-FD8A-E48F-6278-0925AC885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3357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7F4A85B2-FC31-A2AE-5C62-3AADB0F13358}"/>
              </a:ext>
            </a:extLst>
          </p:cNvPr>
          <p:cNvSpPr/>
          <p:nvPr userDrawn="1"/>
        </p:nvSpPr>
        <p:spPr>
          <a:xfrm>
            <a:off x="6653" y="-17000"/>
            <a:ext cx="12304295" cy="6858000"/>
          </a:xfrm>
          <a:prstGeom prst="rect">
            <a:avLst/>
          </a:prstGeom>
          <a:gradFill>
            <a:gsLst>
              <a:gs pos="100000">
                <a:srgbClr val="FF7604"/>
              </a:gs>
              <a:gs pos="46000">
                <a:srgbClr val="FF7604"/>
              </a:gs>
              <a:gs pos="24000">
                <a:srgbClr val="FF872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4957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AA56A01A-0492-D525-B970-6EB0744EA64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961B2A20-2176-F3B5-A3C1-F313DFC9840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F7EB6F30-9B37-092B-79E9-4F3CC3B22C0C}"/>
                </a:ext>
              </a:extLst>
            </p:cNvPr>
            <p:cNvSpPr/>
            <p:nvPr userDrawn="1"/>
          </p:nvSpPr>
          <p:spPr>
            <a:xfrm>
              <a:off x="10571018" y="136525"/>
              <a:ext cx="1343891" cy="7363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D4816C3-1D27-9F6B-1FF3-26174E694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763" y="1334943"/>
            <a:ext cx="6961909" cy="13255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77777" lnSpcReduction="10000"/>
          </a:bodyPr>
          <a:lstStyle>
            <a:lvl1pPr algn="ctr">
              <a:defRPr lang="es-CO" sz="4600" b="1" strike="noStrike" spc="-1" dirty="0">
                <a:solidFill>
                  <a:srgbClr val="FF7605"/>
                </a:solidFill>
                <a:uFillTx/>
                <a:latin typeface="Montserrat" panose="00000500000000000000" pitchFamily="2" charset="0"/>
                <a:ea typeface="Zilla Slab SemiBold"/>
                <a:cs typeface="+mn-cs"/>
              </a:defRPr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9" name="Marcador de texto 23">
            <a:extLst>
              <a:ext uri="{FF2B5EF4-FFF2-40B4-BE49-F238E27FC236}">
                <a16:creationId xmlns:a16="http://schemas.microsoft.com/office/drawing/2014/main" id="{3A71DBC7-9C5B-E6A3-B4FB-6A940A4D46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8762" y="2889106"/>
            <a:ext cx="6961909" cy="180758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 b="0">
                <a:latin typeface="Montserrat" panose="00000500000000000000" pitchFamily="50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/>
              <a:t>Clic para insertar texto</a:t>
            </a:r>
            <a:endParaRPr lang="es-CO"/>
          </a:p>
        </p:txBody>
      </p:sp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46BDAB42-FE22-9984-AE84-CAC095AFE2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2" b="69444"/>
          <a:stretch/>
        </p:blipFill>
        <p:spPr>
          <a:xfrm>
            <a:off x="10572213" y="239103"/>
            <a:ext cx="1172222" cy="28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79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iagrama de flujo: retraso 7">
            <a:extLst>
              <a:ext uri="{FF2B5EF4-FFF2-40B4-BE49-F238E27FC236}">
                <a16:creationId xmlns:a16="http://schemas.microsoft.com/office/drawing/2014/main" id="{5E5C21BC-B2C3-66DC-B70E-C4905B495803}"/>
              </a:ext>
            </a:extLst>
          </p:cNvPr>
          <p:cNvSpPr/>
          <p:nvPr userDrawn="1"/>
        </p:nvSpPr>
        <p:spPr>
          <a:xfrm>
            <a:off x="0" y="0"/>
            <a:ext cx="5300420" cy="6858000"/>
          </a:xfrm>
          <a:prstGeom prst="flowChartDelay">
            <a:avLst/>
          </a:prstGeom>
          <a:solidFill>
            <a:srgbClr val="FF7605"/>
          </a:solidFill>
          <a:ln>
            <a:solidFill>
              <a:srgbClr val="FF76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Título 11">
            <a:extLst>
              <a:ext uri="{FF2B5EF4-FFF2-40B4-BE49-F238E27FC236}">
                <a16:creationId xmlns:a16="http://schemas.microsoft.com/office/drawing/2014/main" id="{FC6621FF-8C2E-0345-D75D-FCD29E546E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900" y="2793641"/>
            <a:ext cx="6594987" cy="883948"/>
          </a:xfrm>
          <a:prstGeom prst="rect">
            <a:avLst/>
          </a:prstGeom>
        </p:spPr>
        <p:txBody>
          <a:bodyPr/>
          <a:lstStyle>
            <a:lvl1pPr>
              <a:defRPr sz="80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r>
              <a:rPr lang="es-ES"/>
              <a:t>TÍTULO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9525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6851CD7-89D9-4745-D79E-9323602B20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312"/>
          <a:stretch/>
        </p:blipFill>
        <p:spPr>
          <a:xfrm>
            <a:off x="8705850" y="0"/>
            <a:ext cx="3619500" cy="6858000"/>
          </a:xfrm>
          <a:prstGeom prst="rect">
            <a:avLst/>
          </a:prstGeom>
        </p:spPr>
      </p:pic>
      <p:sp>
        <p:nvSpPr>
          <p:cNvPr id="6" name="Marcador de texto 15">
            <a:extLst>
              <a:ext uri="{FF2B5EF4-FFF2-40B4-BE49-F238E27FC236}">
                <a16:creationId xmlns:a16="http://schemas.microsoft.com/office/drawing/2014/main" id="{089BF666-A486-C382-0493-8163F4B0A7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6699" y="3429000"/>
            <a:ext cx="5496791" cy="939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lang="es-CO" sz="5400" b="1" kern="1200" dirty="0">
                <a:solidFill>
                  <a:srgbClr val="0F52BA"/>
                </a:solidFill>
                <a:latin typeface="Montserrat" panose="00000500000000000000" pitchFamily="50" charset="0"/>
                <a:ea typeface="Zilla Slab SemiBold" pitchFamily="2" charset="0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MX"/>
              <a:t>INSERTAR TÍTULO</a:t>
            </a:r>
            <a:endParaRPr lang="es-CO"/>
          </a:p>
        </p:txBody>
      </p:sp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EA451D40-1B84-EC15-6178-1AB7FFD89C8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2" b="69444"/>
          <a:stretch/>
        </p:blipFill>
        <p:spPr>
          <a:xfrm>
            <a:off x="266699" y="410347"/>
            <a:ext cx="1333501" cy="32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546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EF15696-D5F5-6CF4-7F68-6DDB019722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texto 15">
            <a:extLst>
              <a:ext uri="{FF2B5EF4-FFF2-40B4-BE49-F238E27FC236}">
                <a16:creationId xmlns:a16="http://schemas.microsoft.com/office/drawing/2014/main" id="{2E5821D8-17E6-9BC5-56DA-84C3632944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3262746"/>
            <a:ext cx="5496791" cy="939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lang="es-CO" sz="5400" b="1" kern="1200" dirty="0">
                <a:solidFill>
                  <a:srgbClr val="FF7604"/>
                </a:solidFill>
                <a:latin typeface="Montserrat" panose="00000500000000000000" pitchFamily="50" charset="0"/>
                <a:ea typeface="Zilla Slab SemiBold" pitchFamily="2" charset="0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MX"/>
              <a:t>INSERTAR TÍTULO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52425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F1F995-2E94-3B8D-4640-6B00A0DD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BC6CB74-D92C-9289-CC7E-B148B7566C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1EDB91-163E-4037-904D-DAD8D48E9022}" type="datetimeFigureOut">
              <a:rPr lang="es-CO" smtClean="0"/>
              <a:t>31/03/2026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937464A-9C6D-5949-A550-F43E7E023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E338970-CB41-6D77-8975-9C0C6A401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DF05AC-268B-4AB0-89CD-181A27589FFB}" type="slidenum">
              <a:rPr lang="es-CO" smtClean="0"/>
              <a:t>‹Nº›</a:t>
            </a:fld>
            <a:endParaRPr lang="es-CO"/>
          </a:p>
        </p:txBody>
      </p:sp>
      <p:pic>
        <p:nvPicPr>
          <p:cNvPr id="6" name="Imagen 5" descr="Icono&#10;&#10;El contenido generado por IA puede ser incorrecto.">
            <a:extLst>
              <a:ext uri="{FF2B5EF4-FFF2-40B4-BE49-F238E27FC236}">
                <a16:creationId xmlns:a16="http://schemas.microsoft.com/office/drawing/2014/main" id="{C4D05090-98EE-0A15-9C17-D778E9753F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2" b="69444"/>
          <a:stretch/>
        </p:blipFill>
        <p:spPr>
          <a:xfrm>
            <a:off x="10572213" y="239103"/>
            <a:ext cx="1172222" cy="28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152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cono&#10;&#10;El contenido generado por IA puede ser incorrecto.">
            <a:extLst>
              <a:ext uri="{FF2B5EF4-FFF2-40B4-BE49-F238E27FC236}">
                <a16:creationId xmlns:a16="http://schemas.microsoft.com/office/drawing/2014/main" id="{C4D05090-98EE-0A15-9C17-D778E9753F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1" t="16852" b="70093"/>
          <a:stretch/>
        </p:blipFill>
        <p:spPr>
          <a:xfrm>
            <a:off x="10929257" y="6363880"/>
            <a:ext cx="893650" cy="22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871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C52A9FC4-D19A-B125-BA29-F42A57D2044C}"/>
              </a:ext>
            </a:extLst>
          </p:cNvPr>
          <p:cNvCxnSpPr>
            <a:cxnSpLocks/>
          </p:cNvCxnSpPr>
          <p:nvPr userDrawn="1"/>
        </p:nvCxnSpPr>
        <p:spPr>
          <a:xfrm>
            <a:off x="399142" y="437417"/>
            <a:ext cx="0" cy="253438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CA0E172-02FF-1C85-D4E9-11CF5EBEF4D2}"/>
              </a:ext>
            </a:extLst>
          </p:cNvPr>
          <p:cNvSpPr/>
          <p:nvPr userDrawn="1"/>
        </p:nvSpPr>
        <p:spPr>
          <a:xfrm>
            <a:off x="331838" y="370114"/>
            <a:ext cx="134608" cy="134608"/>
          </a:xfrm>
          <a:prstGeom prst="ellipse">
            <a:avLst/>
          </a:prstGeom>
          <a:ln>
            <a:solidFill>
              <a:srgbClr val="0F52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0F52BA"/>
              </a:solidFill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0E2C7D1-3738-6098-7093-4362DFDD80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38" y="370114"/>
            <a:ext cx="926820" cy="318873"/>
          </a:xfrm>
          <a:prstGeom prst="rect">
            <a:avLst/>
          </a:prstGeom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51F4F8C-D1F3-1C39-06A0-6BF1F27DED8B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99142" y="6420582"/>
            <a:ext cx="2944396" cy="9290"/>
          </a:xfrm>
          <a:prstGeom prst="line">
            <a:avLst/>
          </a:prstGeom>
          <a:ln w="28575">
            <a:solidFill>
              <a:srgbClr val="FF760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>
            <a:extLst>
              <a:ext uri="{FF2B5EF4-FFF2-40B4-BE49-F238E27FC236}">
                <a16:creationId xmlns:a16="http://schemas.microsoft.com/office/drawing/2014/main" id="{978083C9-26C8-A304-A3D9-82CCD00EABA6}"/>
              </a:ext>
            </a:extLst>
          </p:cNvPr>
          <p:cNvSpPr/>
          <p:nvPr userDrawn="1"/>
        </p:nvSpPr>
        <p:spPr>
          <a:xfrm>
            <a:off x="331838" y="6349026"/>
            <a:ext cx="134608" cy="134608"/>
          </a:xfrm>
          <a:prstGeom prst="ellipse">
            <a:avLst/>
          </a:prstGeom>
          <a:solidFill>
            <a:srgbClr val="FF7605"/>
          </a:solidFill>
          <a:ln>
            <a:solidFill>
              <a:srgbClr val="FF76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C98D22A0-EE85-6316-8E9C-23C492D6820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6229" y="210122"/>
            <a:ext cx="8718549" cy="4646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s-ES" sz="2800" u="sng" kern="1200" dirty="0" smtClean="0">
                <a:solidFill>
                  <a:srgbClr val="FF7605"/>
                </a:solidFill>
                <a:latin typeface="Zilla Slab SemiBold" pitchFamily="2" charset="0"/>
                <a:ea typeface="Zilla Slab SemiBold" pitchFamily="2" charset="0"/>
                <a:cs typeface="+mj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s-ES" sz="2800" u="sng" kern="1200" dirty="0" smtClean="0">
                <a:solidFill>
                  <a:srgbClr val="FF7605"/>
                </a:solidFill>
                <a:latin typeface="Zilla Slab SemiBold" pitchFamily="2" charset="0"/>
                <a:ea typeface="Zilla Slab SemiBold" pitchFamily="2" charset="0"/>
                <a:cs typeface="+mj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s-ES" sz="2800" u="sng" kern="1200" dirty="0" smtClean="0">
                <a:solidFill>
                  <a:srgbClr val="FF7605"/>
                </a:solidFill>
                <a:latin typeface="Zilla Slab SemiBold" pitchFamily="2" charset="0"/>
                <a:ea typeface="Zilla Slab SemiBold" pitchFamily="2" charset="0"/>
                <a:cs typeface="+mj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s-ES" sz="2800" u="sng" kern="1200" dirty="0" smtClean="0">
                <a:solidFill>
                  <a:srgbClr val="FF7605"/>
                </a:solidFill>
                <a:latin typeface="Zilla Slab SemiBold" pitchFamily="2" charset="0"/>
                <a:ea typeface="Zilla Slab SemiBold" pitchFamily="2" charset="0"/>
                <a:cs typeface="+mj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s-CO" sz="2800" u="sng" kern="1200" dirty="0">
                <a:solidFill>
                  <a:srgbClr val="FF7605"/>
                </a:solidFill>
                <a:latin typeface="Zilla Slab SemiBold" pitchFamily="2" charset="0"/>
                <a:ea typeface="Zilla Slab SemiBold" pitchFamily="2" charset="0"/>
                <a:cs typeface="+mj-cs"/>
              </a:defRPr>
            </a:lvl5pPr>
          </a:lstStyle>
          <a:p>
            <a:pPr lvl="0"/>
            <a:r>
              <a:rPr lang="es-ES"/>
              <a:t>Clic Para Insertar Título</a:t>
            </a:r>
            <a:endParaRPr lang="es-CO"/>
          </a:p>
        </p:txBody>
      </p:sp>
      <p:sp>
        <p:nvSpPr>
          <p:cNvPr id="24" name="Marcador de texto 23">
            <a:extLst>
              <a:ext uri="{FF2B5EF4-FFF2-40B4-BE49-F238E27FC236}">
                <a16:creationId xmlns:a16="http://schemas.microsoft.com/office/drawing/2014/main" id="{9703A630-2537-65C1-0331-F27AB10033E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74825" y="1277938"/>
            <a:ext cx="8718550" cy="50149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/>
              <a:t>Clic para insertar texto</a:t>
            </a:r>
            <a:endParaRPr lang="es-CO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A0AFEEE-4DF4-D9E1-8F52-B7D5F325987B}"/>
              </a:ext>
            </a:extLst>
          </p:cNvPr>
          <p:cNvSpPr/>
          <p:nvPr userDrawn="1"/>
        </p:nvSpPr>
        <p:spPr>
          <a:xfrm>
            <a:off x="10571018" y="136525"/>
            <a:ext cx="1343891" cy="7363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C43D4E4C-681F-C771-A7A3-AE9C6E53AC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2" b="69444"/>
          <a:stretch/>
        </p:blipFill>
        <p:spPr>
          <a:xfrm>
            <a:off x="10477500" y="6185180"/>
            <a:ext cx="1172937" cy="285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431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23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AD004A5-E112-A67A-FD12-3127683B6C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28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07;p18">
            <a:extLst>
              <a:ext uri="{FF2B5EF4-FFF2-40B4-BE49-F238E27FC236}">
                <a16:creationId xmlns:a16="http://schemas.microsoft.com/office/drawing/2014/main" id="{E12536AD-EB11-F207-C507-A7493602791B}"/>
              </a:ext>
            </a:extLst>
          </p:cNvPr>
          <p:cNvSpPr/>
          <p:nvPr userDrawn="1"/>
        </p:nvSpPr>
        <p:spPr>
          <a:xfrm>
            <a:off x="0" y="-3274"/>
            <a:ext cx="12192000" cy="6872514"/>
          </a:xfrm>
          <a:prstGeom prst="rect">
            <a:avLst/>
          </a:prstGeom>
          <a:solidFill>
            <a:srgbClr val="0E52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A888368C-DFF6-462A-7C81-18E6AB1E99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131" t="41073" r="15364" b="38536"/>
          <a:stretch/>
        </p:blipFill>
        <p:spPr>
          <a:xfrm>
            <a:off x="304800" y="-3274"/>
            <a:ext cx="12192000" cy="6851452"/>
          </a:xfrm>
          <a:prstGeom prst="rect">
            <a:avLst/>
          </a:prstGeom>
        </p:spPr>
      </p:pic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E4034201-CA30-89EE-89DF-0C14B59CE71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03" b="62475"/>
          <a:stretch/>
        </p:blipFill>
        <p:spPr>
          <a:xfrm>
            <a:off x="4656146" y="2663726"/>
            <a:ext cx="3857625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6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7702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49" r:id="rId2"/>
    <p:sldLayoutId id="2147483668" r:id="rId3"/>
    <p:sldLayoutId id="2147483673" r:id="rId4"/>
    <p:sldLayoutId id="2147483662" r:id="rId5"/>
    <p:sldLayoutId id="2147483650" r:id="rId6"/>
    <p:sldLayoutId id="2147483655" r:id="rId7"/>
    <p:sldLayoutId id="2147483664" r:id="rId8"/>
    <p:sldLayoutId id="2147483663" r:id="rId9"/>
    <p:sldLayoutId id="2147483677" r:id="rId10"/>
    <p:sldLayoutId id="2147483676" r:id="rId11"/>
    <p:sldLayoutId id="2147483669" r:id="rId12"/>
    <p:sldLayoutId id="2147483678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871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42BBD6F2-269D-7A72-8EA7-EC633572D233}"/>
              </a:ext>
            </a:extLst>
          </p:cNvPr>
          <p:cNvSpPr txBox="1">
            <a:spLocks/>
          </p:cNvSpPr>
          <p:nvPr/>
        </p:nvSpPr>
        <p:spPr>
          <a:xfrm>
            <a:off x="5423353" y="1992543"/>
            <a:ext cx="5288189" cy="28729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5400" b="1" dirty="0">
                <a:solidFill>
                  <a:srgbClr val="FF7B0F"/>
                </a:solidFill>
                <a:latin typeface="Montserrat" panose="00000500000000000000" pitchFamily="50" charset="0"/>
              </a:rPr>
              <a:t>¿Por qué escogimos este animal?</a:t>
            </a:r>
            <a:endParaRPr lang="es-CO" sz="5400" dirty="0">
              <a:solidFill>
                <a:srgbClr val="FF7B0F"/>
              </a:solidFill>
              <a:latin typeface="Montserrat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092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4515B-F7E5-BCEA-C862-CB994DE29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BAA357FA-F828-1764-365D-E5BA218AFE63}"/>
              </a:ext>
            </a:extLst>
          </p:cNvPr>
          <p:cNvSpPr txBox="1">
            <a:spLocks/>
          </p:cNvSpPr>
          <p:nvPr/>
        </p:nvSpPr>
        <p:spPr>
          <a:xfrm>
            <a:off x="5423353" y="1992543"/>
            <a:ext cx="5288189" cy="28729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5400" b="1" dirty="0">
                <a:solidFill>
                  <a:srgbClr val="FF7B0F"/>
                </a:solidFill>
                <a:latin typeface="Montserrat" panose="00000500000000000000" pitchFamily="50" charset="0"/>
              </a:rPr>
              <a:t>PROCESO DE CREACIÓN</a:t>
            </a:r>
            <a:endParaRPr lang="es-CO" sz="5400" dirty="0">
              <a:solidFill>
                <a:srgbClr val="FF7B0F"/>
              </a:solidFill>
              <a:latin typeface="Montserrat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289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62450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10</Words>
  <Application>Microsoft Office PowerPoint</Application>
  <PresentationFormat>Panorámica</PresentationFormat>
  <Paragraphs>2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Aptos</vt:lpstr>
      <vt:lpstr>Arial</vt:lpstr>
      <vt:lpstr>Montserrat</vt:lpstr>
      <vt:lpstr>Zilla Slab SemiBold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Mercadeo</dc:creator>
  <cp:lastModifiedBy>Tatiana Rendon Rodríguez</cp:lastModifiedBy>
  <cp:revision>5</cp:revision>
  <dcterms:created xsi:type="dcterms:W3CDTF">2024-05-15T03:30:03Z</dcterms:created>
  <dcterms:modified xsi:type="dcterms:W3CDTF">2026-03-31T13:50:18Z</dcterms:modified>
</cp:coreProperties>
</file>