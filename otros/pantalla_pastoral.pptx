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5E385-40C7-E93D-3DA4-4D7E790E2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DD2C6F-545E-FCD4-1D1C-E7A2BCA69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DF1683-0077-28A5-3526-7AA0DADA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108465-9B2F-CDF7-3819-35C4FD2C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0A974-3F53-1940-D397-1C5BA07B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52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F3D2A-680F-0D13-2880-00CC1B67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726C-CF4C-6876-A8E6-9E86E891E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4B64FF-DFE8-6D74-44AC-720DF851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18627-0532-9C46-6D1E-53AB671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74A758-B944-CF99-3570-F5A8A584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112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BBE28-0E16-3D52-54BE-7F838222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31F7FC-03EE-301D-FCDA-59C789118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164AD0-C971-1826-412C-181AE511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30F695-ADF3-C583-B9CE-3F1CA299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2E0898-EB17-51AB-2425-F99634B0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384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1553F-75D1-DBED-B562-B41D0F74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8E6060-2ABA-3973-40E7-6F468D2B3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896893-9BC0-997B-2C76-EEAE71BA2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5B8BB9-6D37-D901-A224-A536FCF2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530E3E-EA4C-207D-EFB6-47647409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D8C77B-BA00-1B70-B669-29D493ED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477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D2418-0B2F-BBC1-C3B0-F1908D7B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F7F6C9-3B8C-1127-9339-7C8F6E867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3AC682-621F-5E43-68A7-F6BB1B5BD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8F54D7-8ED5-B15A-A80F-EA338667F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E105D9-9F59-ECFC-3CF2-EFF7FCBFA0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69DE10-8DF1-8C78-71C8-B8538482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E254D3-BDD2-531E-3AA7-2F21FF6A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5A696A-C20C-3800-FFBB-41138523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96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D7C88-9AEE-CD89-5015-2321EF03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E4B8B2-BDC1-D873-F750-BA76E242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09FC41-50FD-EA70-A077-DA6E4687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FDF6D1-50E4-7A58-EBA3-0EF4088D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012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43BA8D-C35C-9217-480D-7087F7BD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81E633-0D43-2C00-0A1F-1963FE49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D953DC-AFC9-D884-2A2D-7F44F8DC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422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E2B59-F41B-B25E-B101-CFBBFB71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CECB28-83FD-64B5-C689-1DB09963F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31E438-52C4-3338-5666-C1745102E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49FF4F-B96B-C017-9D96-AACA2101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2A3ED1-2ADD-486A-8D9A-0497866F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0343B0-D2DB-8478-B7F2-6CC6E3AD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65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CB1E9-4E28-3D2D-EBB8-5C9D115B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36DE1F-4EB5-CBE8-392B-6BF45C11E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B93758-62A1-304C-409D-F44DF4FA1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764CE7-9332-9A34-B752-930F3E00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9361C-2C7F-298C-4006-F8E876F6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107CA3-C06D-E4CB-4894-9AB9582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983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55BE6-8448-AB2E-25EB-91428D8B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BA1388-3CD9-E71D-B6E3-74932F04E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2BF897-49C2-9A38-F1C4-A66BF4BA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7621F2-F2E8-0D9F-BAD2-7E2D70FC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96761B-929A-F423-F484-16EFFD57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689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1AAE30-ECC8-5B29-9F1A-C03266272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576D4F-FAA3-3B33-36EF-3C8FD3C03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519D32-AB5C-3DD5-B432-FF0416CB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443F0C-3D23-EECA-75E4-615A5B34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4E233A-6A9B-CD16-3BC0-4949C984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687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C1C55E-4373-ADFE-D1C6-E879B320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FFBD93-6207-3425-A78A-DB1BB8277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B5F3E-318A-E578-21EC-14BC084BA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163B0-3A9C-471B-932F-07F1DF624AE2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DA08E8-C7BF-59E1-AAF7-A7AEC8920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709C0D-1000-01F7-2FAB-34CF10E81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A2D75-D180-4C28-8F04-1BEA1DF387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356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mágenes de Fondo Bosque Infantil - Descarga gratuita en Freepik">
            <a:extLst>
              <a:ext uri="{FF2B5EF4-FFF2-40B4-BE49-F238E27FC236}">
                <a16:creationId xmlns:a16="http://schemas.microsoft.com/office/drawing/2014/main" id="{906B07F5-D15B-1A4D-C23B-2FE415F48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2144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6486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Rendon Rodríguez</dc:creator>
  <cp:lastModifiedBy>Tatiana Rendon Rodríguez</cp:lastModifiedBy>
  <cp:revision>1</cp:revision>
  <dcterms:created xsi:type="dcterms:W3CDTF">2026-03-31T13:47:22Z</dcterms:created>
  <dcterms:modified xsi:type="dcterms:W3CDTF">2026-03-31T13:48:05Z</dcterms:modified>
</cp:coreProperties>
</file>