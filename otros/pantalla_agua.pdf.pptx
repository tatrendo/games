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80" d="100"/>
          <a:sy n="80" d="100"/>
        </p:scale>
        <p:origin x="691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A1831D-322C-4EBD-879B-A12BB47398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BF8C20-63C4-0E93-3435-707FDCCC6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CAD2D2-DDA2-E776-2FD2-F729E2450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DF2A-090E-4FDC-8439-3414CEDCEA45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6642F2-26BB-7E3E-F556-C33753812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53B346-35B1-D575-BC0B-6EECA9B00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19C1C-CF18-4E3A-BC8E-62C6C56BD5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390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CA705F-63F4-C1B9-6BAF-09FB72A1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11FEC2-06C4-5E76-433B-5B369F995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353E61-7460-0F8C-FE8A-33DA08889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DF2A-090E-4FDC-8439-3414CEDCEA45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9E096D-FC3B-88D8-FC3A-CAF1943D6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29DB0B-F793-4B32-6139-670243C02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19C1C-CF18-4E3A-BC8E-62C6C56BD5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657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C98C95-ACB7-2D71-20C1-7FF260C67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8AF85F-1738-A307-2AC5-6347C1909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CC84EE-C774-4310-01F7-A46E04FC9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DF2A-090E-4FDC-8439-3414CEDCEA45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12ED50-4D9A-3B17-C88E-F009C2148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5F1835-E40F-2F5D-5264-4BAD5BF31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19C1C-CF18-4E3A-BC8E-62C6C56BD5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301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C2146-B270-DEBB-E00F-2E050C8E3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B1ABB8-4A20-3C9B-87C3-E971888097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D3BA60B-EB11-D2AB-FE3A-4FF86C1AA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85BCE8-7ED1-8BA6-810D-444947FB7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DF2A-090E-4FDC-8439-3414CEDCEA45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20E72C-25FA-7334-02CD-91411B201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9FBB56-4C1F-42D4-EB66-AB62825D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19C1C-CF18-4E3A-BC8E-62C6C56BD5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2580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2CF661-4664-BF21-3AF9-C535C7B3F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36C4B9-9195-2AE9-00E9-3496BA06A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E9E5376-53AD-A02E-D630-B4C2CD3FF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E85AB5C-2A75-020B-1C59-4B9998450E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9F0462C-A82B-CB46-FEDA-06E6F134A5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F924E68-1194-DDAD-20D1-E03558FE2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DF2A-090E-4FDC-8439-3414CEDCEA45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87436A0-4DC7-5F27-127D-7DBFFC4B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2C18F8A-140F-841F-A49A-CB1F22DAD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19C1C-CF18-4E3A-BC8E-62C6C56BD5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9470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4EF0FC-2DC2-1C9D-8FCC-220A19D88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5EF99C-D630-2767-8548-0FD1F0D0B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DF2A-090E-4FDC-8439-3414CEDCEA45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6192100-170E-7C48-9945-F3B260A8D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ED00540-05B6-CAC4-7438-2E70E43B3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19C1C-CF18-4E3A-BC8E-62C6C56BD5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0483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276FE76-814C-99CE-B61D-4545532C9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DF2A-090E-4FDC-8439-3414CEDCEA45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0BC9CB8-064F-7DD8-90AA-ACF0E182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43509E-E858-F111-73AA-A86703E7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19C1C-CF18-4E3A-BC8E-62C6C56BD5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3591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A2DB73-4019-936A-47E3-F946E2B1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A43398-0F07-845A-CC6D-482E05BFB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0A1EE7B-AB15-F984-6DAD-47D218AB4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B8F20A4-DFD4-0B0E-A56A-BA681B358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DF2A-090E-4FDC-8439-3414CEDCEA45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D83888-413E-F2FD-7011-8FCB02627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FC9C68-725C-6AF3-46F7-31C8A590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19C1C-CF18-4E3A-BC8E-62C6C56BD5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3130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F438A1-C2F8-0E07-B575-0881EB177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42D40B6-2716-E97E-AED1-FFD0B0F696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87BA91E-616B-E418-FBA8-1FA7AC659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E19AD1-F1EE-F06C-FDBE-C5440E314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DF2A-090E-4FDC-8439-3414CEDCEA45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7AE820-9BD8-7EEC-0883-B662F8976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FB723D-21EB-23CB-67EB-0FD2741F8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19C1C-CF18-4E3A-BC8E-62C6C56BD5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33470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4FCF28-32F3-39BE-0FCE-81E5A2701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0ED276-591A-356A-59AA-674E3E972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18EA68-B4DE-8554-CD1D-1A432DFED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DF2A-090E-4FDC-8439-3414CEDCEA45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501CB6-8405-E55F-33B2-7555DC7CD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571D37-84A6-49D9-A86A-7E67C325F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19C1C-CF18-4E3A-BC8E-62C6C56BD5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0121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530A40-0F3E-5D8C-66DB-586ADBBB7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E72A43-93AB-E4C8-15A4-A9FA14DA0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1F468-B45E-DDAC-7644-EA3A742B8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DF2A-090E-4FDC-8439-3414CEDCEA45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F7ABF0-A5CB-6A6E-0FB2-88FD0872B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4A80A4-3DBF-3571-2D04-857840C6C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19C1C-CF18-4E3A-BC8E-62C6C56BD5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6746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54B8264-58E7-8840-E9AE-6CA213102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D0EA81-3BE6-3B96-208C-4EE159FA1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8A5BBF-F8B8-3222-568B-12E0F5F4C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D1DF2A-090E-4FDC-8439-3414CEDCEA45}" type="datetimeFigureOut">
              <a:rPr lang="es-CO" smtClean="0"/>
              <a:t>31/03/2026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46E062-AED7-3931-FC30-2B7ED069E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E2A42B-F56A-4BF2-28AA-F51DC21DC8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19C1C-CF18-4E3A-BC8E-62C6C56BD5E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9761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07E116F-FD7D-F339-B211-9E1DEF847BD0}"/>
              </a:ext>
            </a:extLst>
          </p:cNvPr>
          <p:cNvSpPr/>
          <p:nvPr/>
        </p:nvSpPr>
        <p:spPr>
          <a:xfrm>
            <a:off x="4353810" y="0"/>
            <a:ext cx="7838190" cy="6858000"/>
          </a:xfrm>
          <a:prstGeom prst="rect">
            <a:avLst/>
          </a:prstGeom>
          <a:solidFill>
            <a:srgbClr val="60B6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817BE0-D9B2-651E-AC2D-6D32122A03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9" r="11690"/>
          <a:stretch/>
        </p:blipFill>
        <p:spPr>
          <a:xfrm>
            <a:off x="-69980" y="0"/>
            <a:ext cx="442379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8CD9E83-E056-70D1-E16A-63C013D279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84" t="63900" r="49943" b="23039"/>
          <a:stretch/>
        </p:blipFill>
        <p:spPr>
          <a:xfrm>
            <a:off x="9252887" y="4096140"/>
            <a:ext cx="811763" cy="89573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1745092-0D00-CC22-7F97-1F7D7664F6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46" t="46486" r="52937" b="45896"/>
          <a:stretch/>
        </p:blipFill>
        <p:spPr>
          <a:xfrm>
            <a:off x="8469116" y="830426"/>
            <a:ext cx="494523" cy="52251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4DD1717-5518-3F77-E6CE-ADA1C1E942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84" t="63900" r="49943" b="23039"/>
          <a:stretch/>
        </p:blipFill>
        <p:spPr>
          <a:xfrm rot="5005985">
            <a:off x="10818845" y="5955694"/>
            <a:ext cx="811763" cy="89573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7764B74-9D4D-560D-4D17-394D85E6A3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46" t="46486" r="52937" b="45896"/>
          <a:stretch/>
        </p:blipFill>
        <p:spPr>
          <a:xfrm rot="4984384">
            <a:off x="11468814" y="5486211"/>
            <a:ext cx="494523" cy="52251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5BF6A59-A444-9DA2-6ABC-4C455EC3305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84" t="63900" r="49943" b="23039"/>
          <a:stretch/>
        </p:blipFill>
        <p:spPr>
          <a:xfrm>
            <a:off x="10934724" y="1616101"/>
            <a:ext cx="580004" cy="64000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31B064A-FE98-2030-DB1A-35BB80FE4D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84" t="63900" r="49943" b="23039"/>
          <a:stretch/>
        </p:blipFill>
        <p:spPr>
          <a:xfrm>
            <a:off x="8991670" y="1978091"/>
            <a:ext cx="438461" cy="48381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D214D57-93C4-8B5C-2D68-E633CA8671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46" t="46486" r="52937" b="45896"/>
          <a:stretch/>
        </p:blipFill>
        <p:spPr>
          <a:xfrm rot="4984384">
            <a:off x="11092680" y="3986937"/>
            <a:ext cx="494523" cy="52251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EF4FCD2-ECD0-B8EE-09FF-970A49D6BE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46" t="46486" r="52937" b="45896"/>
          <a:stretch/>
        </p:blipFill>
        <p:spPr>
          <a:xfrm rot="4984384">
            <a:off x="10106559" y="2890779"/>
            <a:ext cx="494523" cy="52251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8366714-E153-CFA5-5C01-B618C1E74B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46" t="46486" r="52937" b="45896"/>
          <a:stretch/>
        </p:blipFill>
        <p:spPr>
          <a:xfrm rot="4984384">
            <a:off x="10373965" y="166534"/>
            <a:ext cx="494523" cy="52251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C228C4A-B3BD-9561-105B-A107FEB84E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46" t="46486" r="52937" b="45896"/>
          <a:stretch/>
        </p:blipFill>
        <p:spPr>
          <a:xfrm rot="4984384">
            <a:off x="4523443" y="814717"/>
            <a:ext cx="494523" cy="52251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29D8486-F4BA-2F32-2F36-82C8A8F3E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46" t="46486" r="52937" b="45896"/>
          <a:stretch/>
        </p:blipFill>
        <p:spPr>
          <a:xfrm rot="4984384">
            <a:off x="6358748" y="537750"/>
            <a:ext cx="494523" cy="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8414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Tatiana Rendon Rodríguez</dc:creator>
  <cp:lastModifiedBy>Tatiana Rendon Rodríguez</cp:lastModifiedBy>
  <cp:revision>1</cp:revision>
  <dcterms:created xsi:type="dcterms:W3CDTF">2026-03-31T13:44:37Z</dcterms:created>
  <dcterms:modified xsi:type="dcterms:W3CDTF">2026-03-31T13:46:49Z</dcterms:modified>
</cp:coreProperties>
</file>